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uranna" charset="1" panose="020006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2309" y="0"/>
            <a:ext cx="5525734" cy="3086100"/>
            <a:chOff x="0" y="0"/>
            <a:chExt cx="145533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5337" cy="812800"/>
            </a:xfrm>
            <a:custGeom>
              <a:avLst/>
              <a:gdLst/>
              <a:ahLst/>
              <a:cxnLst/>
              <a:rect r="r" b="b" t="t" l="l"/>
              <a:pathLst>
                <a:path h="812800" w="1455337">
                  <a:moveTo>
                    <a:pt x="71454" y="0"/>
                  </a:moveTo>
                  <a:lnTo>
                    <a:pt x="1383883" y="0"/>
                  </a:lnTo>
                  <a:cubicBezTo>
                    <a:pt x="1402834" y="0"/>
                    <a:pt x="1421008" y="7528"/>
                    <a:pt x="1434409" y="20929"/>
                  </a:cubicBezTo>
                  <a:cubicBezTo>
                    <a:pt x="1447809" y="34329"/>
                    <a:pt x="1455337" y="52504"/>
                    <a:pt x="1455337" y="71454"/>
                  </a:cubicBezTo>
                  <a:lnTo>
                    <a:pt x="1455337" y="741346"/>
                  </a:lnTo>
                  <a:cubicBezTo>
                    <a:pt x="1455337" y="760296"/>
                    <a:pt x="1447809" y="778471"/>
                    <a:pt x="1434409" y="791871"/>
                  </a:cubicBezTo>
                  <a:cubicBezTo>
                    <a:pt x="1421008" y="805272"/>
                    <a:pt x="1402834" y="812800"/>
                    <a:pt x="1383883" y="812800"/>
                  </a:cubicBezTo>
                  <a:lnTo>
                    <a:pt x="71454" y="812800"/>
                  </a:lnTo>
                  <a:cubicBezTo>
                    <a:pt x="52504" y="812800"/>
                    <a:pt x="34329" y="805272"/>
                    <a:pt x="20929" y="791871"/>
                  </a:cubicBezTo>
                  <a:cubicBezTo>
                    <a:pt x="7528" y="778471"/>
                    <a:pt x="0" y="760296"/>
                    <a:pt x="0" y="741346"/>
                  </a:cubicBezTo>
                  <a:lnTo>
                    <a:pt x="0" y="71454"/>
                  </a:lnTo>
                  <a:cubicBezTo>
                    <a:pt x="0" y="52504"/>
                    <a:pt x="7528" y="34329"/>
                    <a:pt x="20929" y="20929"/>
                  </a:cubicBezTo>
                  <a:cubicBezTo>
                    <a:pt x="34329" y="7528"/>
                    <a:pt x="52504" y="0"/>
                    <a:pt x="714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5533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487596">
            <a:off x="3106467" y="206310"/>
            <a:ext cx="1508305" cy="2491195"/>
          </a:xfrm>
          <a:custGeom>
            <a:avLst/>
            <a:gdLst/>
            <a:ahLst/>
            <a:cxnLst/>
            <a:rect r="r" b="b" t="t" l="l"/>
            <a:pathLst>
              <a:path h="2491195" w="1508305">
                <a:moveTo>
                  <a:pt x="0" y="0"/>
                </a:moveTo>
                <a:lnTo>
                  <a:pt x="1508305" y="0"/>
                </a:lnTo>
                <a:lnTo>
                  <a:pt x="1508305" y="2491195"/>
                </a:lnTo>
                <a:lnTo>
                  <a:pt x="0" y="2491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4869514"/>
            <a:ext cx="4550609" cy="5378105"/>
            <a:chOff x="0" y="0"/>
            <a:chExt cx="1198514" cy="1416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8514" cy="1416456"/>
            </a:xfrm>
            <a:custGeom>
              <a:avLst/>
              <a:gdLst/>
              <a:ahLst/>
              <a:cxnLst/>
              <a:rect r="r" b="b" t="t" l="l"/>
              <a:pathLst>
                <a:path h="1416456" w="1198514">
                  <a:moveTo>
                    <a:pt x="0" y="0"/>
                  </a:moveTo>
                  <a:lnTo>
                    <a:pt x="1198514" y="0"/>
                  </a:lnTo>
                  <a:lnTo>
                    <a:pt x="1198514" y="1416456"/>
                  </a:lnTo>
                  <a:lnTo>
                    <a:pt x="0" y="14164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8514" cy="1464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Some useful digital tools for students are :</a:t>
              </a:r>
            </a:p>
            <a:p>
              <a:pPr algn="l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Canva</a:t>
              </a:r>
            </a:p>
            <a:p>
              <a:pPr algn="l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Linkedin</a:t>
              </a:r>
            </a:p>
            <a:p>
              <a:pPr algn="l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Github</a:t>
              </a:r>
            </a:p>
            <a:p>
              <a:pPr algn="l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Pretzi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88868" y="4869514"/>
            <a:ext cx="6187144" cy="5378105"/>
            <a:chOff x="0" y="0"/>
            <a:chExt cx="1629536" cy="14164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9536" cy="1416456"/>
            </a:xfrm>
            <a:custGeom>
              <a:avLst/>
              <a:gdLst/>
              <a:ahLst/>
              <a:cxnLst/>
              <a:rect r="r" b="b" t="t" l="l"/>
              <a:pathLst>
                <a:path h="1416456" w="1629536">
                  <a:moveTo>
                    <a:pt x="0" y="0"/>
                  </a:moveTo>
                  <a:lnTo>
                    <a:pt x="1629536" y="0"/>
                  </a:lnTo>
                  <a:lnTo>
                    <a:pt x="1629536" y="1416456"/>
                  </a:lnTo>
                  <a:lnTo>
                    <a:pt x="0" y="14164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29536" cy="147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3131"/>
                  </a:solidFill>
                  <a:latin typeface="Suranna"/>
                  <a:ea typeface="Suranna"/>
                  <a:cs typeface="Suranna"/>
                  <a:sym typeface="Suranna"/>
                </a:rPr>
                <a:t>safe internet practices :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Safe internet use involves protecting personal information, using strong, unique passwords, updating software regularly, and being skeptical of suspicious links or strangers.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62670" y="4869514"/>
            <a:ext cx="6225330" cy="5378105"/>
            <a:chOff x="0" y="0"/>
            <a:chExt cx="1662449" cy="14362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2449" cy="1436245"/>
            </a:xfrm>
            <a:custGeom>
              <a:avLst/>
              <a:gdLst/>
              <a:ahLst/>
              <a:cxnLst/>
              <a:rect r="r" b="b" t="t" l="l"/>
              <a:pathLst>
                <a:path h="1436245" w="1662449">
                  <a:moveTo>
                    <a:pt x="1662449" y="0"/>
                  </a:moveTo>
                  <a:lnTo>
                    <a:pt x="1662449" y="1436245"/>
                  </a:lnTo>
                  <a:lnTo>
                    <a:pt x="0" y="1436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62449" cy="1483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3131"/>
                  </a:solidFill>
                  <a:latin typeface="Suranna"/>
                  <a:ea typeface="Suranna"/>
                  <a:cs typeface="Suranna"/>
                  <a:sym typeface="Suranna"/>
                </a:rPr>
                <a:t>professional online presence ;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Suranna"/>
                  <a:ea typeface="Suranna"/>
                  <a:cs typeface="Suranna"/>
                  <a:sym typeface="Suranna"/>
                </a:rPr>
                <a:t>A professional online presence is a digital portfolio and brand that showcases skills, experiences, and achievements to attract employers or clients. Key elements include a polished LinkedIn profile, a personal website/portfolio, consistent professional branding (photos/bios), and active, purposeful networking within industry-specific platforms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6658787">
            <a:off x="14490327" y="124576"/>
            <a:ext cx="3418682" cy="3162281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612309" y="-111889"/>
            <a:ext cx="5525734" cy="312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  <a:r>
              <a:rPr lang="en-US" sz="896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uranna"/>
                <a:ea typeface="Suranna"/>
                <a:cs typeface="Suranna"/>
                <a:sym typeface="Suranna"/>
              </a:rPr>
              <a:t>Digital Literacy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3820224"/>
            <a:ext cx="18288000" cy="87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FF3131"/>
                </a:solidFill>
                <a:latin typeface="Suranna"/>
                <a:ea typeface="Suranna"/>
                <a:cs typeface="Suranna"/>
                <a:sym typeface="Suranna"/>
              </a:rPr>
              <a:t>What is digital literacy</a:t>
            </a:r>
            <a:r>
              <a:rPr lang="en-US" sz="2527">
                <a:solidFill>
                  <a:srgbClr val="000000"/>
                </a:solidFill>
                <a:latin typeface="Suranna"/>
                <a:ea typeface="Suranna"/>
                <a:cs typeface="Suranna"/>
                <a:sym typeface="Suranna"/>
              </a:rPr>
              <a:t> : Digital literacy is </a:t>
            </a:r>
            <a:r>
              <a:rPr lang="en-US" sz="2527">
                <a:solidFill>
                  <a:srgbClr val="000000"/>
                </a:solidFill>
                <a:latin typeface="Suranna"/>
                <a:ea typeface="Suranna"/>
                <a:cs typeface="Suranna"/>
                <a:sym typeface="Suranna"/>
              </a:rPr>
              <a:t>the ability to confidently, safely, and critically use technology such as computers, smartphones, and the internet to find, evaluate, create, and communicate information.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97726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4943792"/>
            <a:ext cx="3261231" cy="104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</a:pPr>
            <a:r>
              <a:rPr lang="en-US" sz="3051">
                <a:solidFill>
                  <a:srgbClr val="FF3131"/>
                </a:solidFill>
                <a:latin typeface="Suranna"/>
                <a:ea typeface="Suranna"/>
                <a:cs typeface="Suranna"/>
                <a:sym typeface="Suranna"/>
              </a:rPr>
              <a:t>Useful digital tools for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DAHEgzKKZX4</dc:identifier>
  <dcterms:modified xsi:type="dcterms:W3CDTF">2011-08-01T06:04:30Z</dcterms:modified>
  <cp:revision>1</cp:revision>
  <dc:title>Digital Literacy</dc:title>
</cp:coreProperties>
</file>